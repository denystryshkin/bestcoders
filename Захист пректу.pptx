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2" r:id="rId5"/>
    <p:sldId id="264" r:id="rId6"/>
    <p:sldId id="271" r:id="rId7"/>
    <p:sldId id="263" r:id="rId8"/>
    <p:sldId id="265" r:id="rId9"/>
    <p:sldId id="266" r:id="rId10"/>
    <p:sldId id="267" r:id="rId11"/>
    <p:sldId id="259" r:id="rId12"/>
    <p:sldId id="268" r:id="rId13"/>
    <p:sldId id="269" r:id="rId14"/>
    <p:sldId id="270" r:id="rId15"/>
    <p:sldId id="260" r:id="rId16"/>
    <p:sldId id="261" r:id="rId17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9"/>
      <p:bold r:id="rId20"/>
      <p:italic r:id="rId21"/>
      <p:boldItalic r:id="rId22"/>
    </p:embeddedFont>
    <p:embeddedFont>
      <p:font typeface="Montserrat Medium" panose="00000600000000000000" pitchFamily="2" charset="-52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2" autoAdjust="0"/>
    <p:restoredTop sz="95020" autoAdjust="0"/>
  </p:normalViewPr>
  <p:slideViewPr>
    <p:cSldViewPr snapToGrid="0">
      <p:cViewPr varScale="1">
        <p:scale>
          <a:sx n="139" d="100"/>
          <a:sy n="139" d="100"/>
        </p:scale>
        <p:origin x="1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17:27.21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9938.7793"/>
      <inkml:brushProperty name="anchorY" value="-22116.44922"/>
      <inkml:brushProperty name="scaleFactor" value="0.5"/>
    </inkml:brush>
  </inkml:definitions>
  <inkml:trace contextRef="#ctx0" brushRef="#br0">39 145 24575,'0'0'0,"12"0"0,12-7 0,18-7 0,19-7 0,3-7 0,20 4 0,36 4 0,23 6 0,53 5 0,34 4 0,33 3-1147,53 15 1366,17 9-352,3 15 118,-22 11-1132,-5 9 664,-54 8 551,-44 11-841,-56-5 961,-126-55-220,-4 0 1,37 31 0,-42-31 31,-4 0 0,0 0 0,20 28 0,-15-19 0,-4 0 0,16 30 0,28 56 0,-2 16 1111,13 36-1429,-3-1 477,1 8-159,1 39 0,-8 9 0,-7-6 0,-1 7 0,-5 4 0,-11 55 0,-12 28 958,-24 11-1231,-29 8 409,-48 8-136,-44 12-1146,-30-16 965,-55 3 162,-27-34-53,-46-20 72,-17-44 0,-8-34 0,-35-28 0,8-41 0,28-33 0,18-35 0,33-33-988,195-30 1083,1-1-1,-63-9 0,83 2-123,0 1 1,1-2 0,0-1 0,-32-16 0,28 13-41,2-4 0,1-1 0,-36-27 0,37 21 89,2-2-1,0 0 1,-26-32 0,18 13-33,3 0-1,-29-50 1,-52-121 13,2-70-767,26-21 986,24-40-328,23 22 109,26-6 0,25 222 0,19-128 0,-5 121 0,42-124 0,-30 147-97,72-147 1,-64 159 124,98-135-1,-93 159-36,1 0 0,95-82 0,-93 95 9,6 0 0,105-60 0,-90 62 0,158-61 0,-141 73 0,160-33 0,97 9 0,-261 55 0,0 0 0,98 14 0,-105-3 0,3 4 0,101 34 0,-101-21 0,1 3 0,80 46 0,-75-29 0,136 101 0,-143-86 0,116 119 0,-131-107 0,107 151 0,-115-137 0,74 154 0,-94-133 0,-3-9 0,25 128 0,24 205 0,-39 34-1147,-41-36 351,-44-29 953,-38-32-1464,47-270 1209,-52 121 0,46-140 90,-74 119 1,70-137 314,-92 109-1,96-132-371,-4 0-1,-68 53 1,73-71 85,2-2-1,-2-1 1,0-1 0,-41 14-1,33-14-19,-2-4 0,-1-1 0,-49 7 0,25-14 0,7-3 0,-101-3 0,86-7 0,-149-27 0,125 0-87,-165-65 0,-115-86 136,267 110-61,-130-99-1,148 95 13,-113-116 0,158 134 0,-1-4 0,-68-103 0,95 120 0,0-3 0,2 0 0,2-2 0,-16-55 0,29 68 192,1-3-1,1 0 0,2 0 0,1 0 0,2-59 0,11 63-169,-3 0-1,1 0 1,2 1-1,2 0 0,2 0 1,23-51-1,-10 44-16,1-2-1,3 1 1,0 2 0,3 1-1,38-38 1,-26 27 42,12-3 0,116-86 0,-75 73-57,177-90-1,121-17-1125,-253 130 861,158-33 1,138 8 360,-324 63-148,177 8-1,-221 6 63,4 3 0,133 34 0,-163-30 0,1 2 0,-1 2 0,0 1 0,61 39 0,-78-39 0,1 2 0,-1 0 0,-1 2 0,-1 1 0,-1 1 0,24 32 0,-23-21 140,-2-1 0,-3 0 0,0 2 1,-3 0-1,17 52 0,-9-21-220,-6 2 0,20 128 0,1 163 200,-40 50-1072,-32-3 1224,-35 9-408,-28-34 136,-15-62 0,77-243 394,-57 100 0,69-147-439,0 0 0,-1-1 0,-2 0 0,-28 26 0,33-38 225,0-3 0,1 0 0,-2-1 0,0-1 0,-1-1 0,-28 12 0,26-14-63,0-2 0,0-1 0,0-1 0,-1-1 0,0-1 0,-27 1 0,23-4-110,-3-1 0,1-1 0,0-2 0,-55-13 1,38-4 18,4 4 1,1-3 0,-74-44-1,46 16-11,-128-112-1,118 85-340,-87-104 0,101 87 419,-92-151 0,107 137-140,-75-201 1,0-118 46,129 326 0,-8 9 0,3-1 0,17-149 0,-4 162-227,6-15 0,4 1 0,44-121-1,-45 145 293,12-10 0,3 2 0,59-96 0,-57 129-87,-4 0 1,2 1-1,2 2 1,2 2-1,80-61 0,-72 62-207,5 2 0,2 2-1,1 3 1,107-40-1,-100 42 279,10 4-1,1 3 1,115-15-1,-111 24-79,4 4-1,1 4 1,83 9 0,-94 2 26,2 3 0,1 3 0,99 33 0,-109-27 5,6 6 0,-2 3 0,69 42 0,-78-40 0,-1 7 0,-1 2 0,52 48 0,-74-56 0,1 5 0,-1 1 0,-2 2 0,31 49 0,-37-47 0,-3 1 0,-1 1 0,-3 1 0,19 58 0,-22-46 0,-3 1 0,-2 0 0,6 89 0,-18-73 0,-1-1 0,-21 144 0,8-130 0,-57 184 0,36-166 0,-69 138 0,63-165 0,-96 141 0,100-167-287,-6 1-1,-71 71 0,82-94 350,-3-1-1,-1-1 1,-69 42 0,84-58-83,-4 0 1,0 0-1,-1-2 1,0-1-1,-51 10 0,50-24 149,5 5-1,0-1 1,1-2-1,-1 0 1,1-1-1,0-1 0,0 0 1,-38-18-1,23 6-124,-1-3 0,1-2 0,0 0 0,2-3 0,-31-28 0,8 4 19,0-7-1,-68-86 1,51 45 493,-78-134-1,77 79-654,-62-159 0,-26-231-866,47-39 1070,63 22-152,56 393 69,25-226 0,-10 282 19,5-8 0,48-143 0,-41 177-287,3 0 1,5 1-1,54-89 0,-63 114 303,11-4 0,2 2 0,64-70 0,-77 92-263,6 1 0,2 1 0,2 2 0,42-28 0,-53 37 195,2 5 1,2 2 0,-1 0-1,65-23 1,-73 30 241,1 3 0,1 1 0,0 1-1,1 1 1,50-2 0,-49 12-205,-4-2 0,-1 0-1,0 2 1,0 1 0,0 0 0,0 2-1,34 16 1,-12 0 36,-3 1 0,-1 1-1,70 62 1,-43-31 573,97 114-1,87 171 227,-5 95 50,-19 59-1002,-36 2 280,-30 8-148,-47 25 0,-46-79-540,-58-335 617,-5 134 0,-3-184-115,-21 127-1,15-170 91,0-4 0,-2 1 0,0-1-1,-1 0 1,-1 0 0,-15 27 0,21-34-61,-3-4-1,0-1 1,-1 1-1,0-1 1,0 0-1,-1 0 1,0-1 0,0 1-1,-1-2 1,-9 7-1,11-8 78,1-2 0,-1 0 1,1-1-1,-1 1 0,0-1 0,0 0 0,0-1 0,0 0 0,-1 1 0,1-2 0,0 1 0,-1-1 0,1 0 0,-10-1 1,5 0-100,-1-1 0,0-1 0,0 0 0,0-1 1,0 0-1,1-1 0,0 0 0,-12-8 1,-17-21 64,6 6 1,1-2-1,-29-33 1,-159-197-35,-33-92-362,-16-53 466,-26-109-1303,31-15 1504,49 15-462,60 19 154,70 66-1144,82 365 942,0-2 0,3 0 0,10-95 1,-6 128 88,3-2 1,1 0 0,2 1 0,2 0 0,0 1 0,18-34 0,-19 46 127,2 1 1,0 1-1,2 0 1,0 0 0,1 2-1,0 0 1,2 0-1,30-23 1,-23 21-33,0 3 0,2 1 1,0 0-1,1 2 0,0 2 0,53-16 0,-28 7 20,5 6 0,0 3 0,66-6 0,185-6 0,-197 30 329,127 21 0,-132-8-423,129 41 0,-150-28 141,157 76 0,-168-69-47,136 99 0,-146-82 0,-5-3 0,79 94 0,-85-86 0,0 8 0,45 80 0,-38-42 0,59 147 0,22 129 0,-41 4 1147,-37 32-1161,-42-41 88,-28-287-51,-27 176-1,18-199 309,-2 1-1,-45 110 0,32-131-386,4-2-1,-1-2 1,-3 0-1,-51 58 0,31-54 93,0-2-1,-2-1 0,-98 63 1,74-63-418,-6-1-1,-148 58 1,113-59 392,-216 48-1,192-73-47,-259 11 1,238-35 15,-266-37 0,249 11 22,-231-70 0,256 44-574,-269-127 1,297 115 689,-254-179 1,284 175-510,-2-10 0,-112-122 0,150 135 464,2-3 0,4-3 0,-65-115 0,76 100-108,6 6 0,4-2 0,-40-155-1,54 149 38,2-9 0,5 0 0,-1-134 0,10 116 0,8-6 0,28-162 0,-11 180 0,5-5 0,66-175 0,-53 183 0,9-2 0,82-137 0,-70 150 0,4 2 0,113-124 0,-97 133 0,3 3 0,132-97 0,-122 108 0,9 2 0,121-59 0,-121 69-356,183-65 1,-181 86 456,190-38 1,-191 52-153,164-6 0,-185 26 263,1 3 0,97 15 0,-115-3-258,-2 1 1,-1 3 0,77 31-1,-69-19 77,-2 3-1,103 67 0,-83-37-30,141 130 0,51 88 725,-15 64-932,-48 0 310,-51 4-103,-127-243 0,34 139 0,-50-148 0,14 135 0,-31-160 382,-3 3 1,-7 80-1,-4-106-238,0-1 0,-2 0 0,-30 87 0,24-95-163,-2 2 0,-2-2 1,-1-1-1,-33 44 0,30-47 51,-4 0 0,-2-1 1,-60 53-1,44-53-32,4-3 0,-2-3 0,-74 36 0,44-36 0,1-2 0,-123 28 0,-232 14 0,-58-58-424,20-52 545,328 10-151,-213-67-1,231 57 31,-187-94 0,210 79 0,3-1 0,-107-87 0,143 93 0,-4-6 0,3-2 0,-63-83 0,77 89-106,1-9 0,3-1 0,-41-87 0,46 92 146,5-9 0,-34-113 1,56 142 111,0-1 0,2-1 0,1 1 0,3-1 0,1-44 0,3 52-199,2 0 1,1 0 0,2 1-1,1-1 1,23-61 0,-17 64 66,1 1 0,2 0-1,1 0 1,1 2 0,1 0 0,24-26 0,-7 19-20,-1 2 0,1 1 0,1 2 0,65-38 0,-25 23 0,3 4 0,105-38 0,220-46-1068,91 40 1373,37 32-918,36 53 745,-42 53-198,-399-30 66,195 59 0,-261-60 25,3 3 1,-2 2-1,96 59 0,-128-64-29,0 0 0,-1 1 0,-1 2 0,-1 1 0,-1 1 0,37 50-1,-39-47-22,-3 2 0,-2 1-1,-1 0 1,-2 2 0,-1 1-1,10 38 1,-18-31 37,0-2 0,-2 1 0,-1 1-1,-2-1 1,-7 85 0,-5-60-17,-2 0-1,-4-1 1,-43 127 0,14-97-173,-2 1 1,-92 146 0,55-131 256,-189 214-1,153-198-217,-162 130 1,149-160 169,-222 134 0,217-155-44,-226 93 1,223-113 14,-206 52 0,256-91-154,-5-1-1,-164 10 1,202-31 176,-1 0 0,0-2 0,1-2 0,0-3 0,-59-18 0,65 17-111,-1-6 0,0-3 0,1-2-1,-83-49 1,86 38 111,3-1 0,1-1-1,1-2 1,-67-76 0,63 45-36,3 4 1,2-1-1,-62-134 0,49 76-103,-71-249-1,-5-199 186,49 28-102,37 0 34,53 52 0,25 106 0,-23 310 573,35-124 1,-38 170-582,1 2 0,2 1 1,1-1-1,22-36 0,-30 50 131,2 4 0,1 0 0,0 1 0,0 0-1,0 0 1,1 1 0,0-1 0,1 1 0,12-9-1,-15 14-76,0 0-1,-1 0 0,0 0 1,0 1-1,1-1 0,-1 1 0,1 0 1,-1 0-1,1 1 0,-1-1 1,1 1-1,0 0 0,-1 0 1,1 1-1,-1 0 0,1-1 0,-1 1 1,6 2-1,-3-1 53,2 2 1,0 0-1,0 1 0,-1-1 0,0 2 1,0-1-1,0 1 0,-1 0 1,12 13-1,22 32 122,-7-7 1,29 51-1,108 196-292,44 115 919,9 28-1056,14 52 314,-1 23-1252,-31-41 671,-50-36 541,-49-95-1326,-42-85 1025,-55-207 235,5 74-1,-16-110-3,1-3-1,0 0 0,0 0 0,-1 0 1,0 0-1,0 0 0,0 0 0,-1 0 1,0 0-1,0 0 0,0-1 0,-1 1 1,-5 8-1,-2-9 78,5-2-1,-1 0 1,1 0 0,0 0-1,-1-1 1,1 1 0,-1-1-1,0-1 1,0 1 0,0-1-1,0 0 1,0 0 0,0-1-1,0 0 1,-11-1 0,-7 0 92,-2-2-1,0-2 1,1 0 0,-37-13 0,-194-88 47,-78-69-154,-52-51 1143,-27-35-1466,33-6 413,66 18-138,85 40-9,183 163 573,-57-76 0,95 109-566,-1 0-1,1 0 0,1 0 1,0-1-1,0 1 0,2-2 1,-7-21-1,11 31-3,0 0 0,0 0 0,1 0 0,0 1 0,0-1 0,0 0 0,0 0 0,1 1-1,0-1 1,0 0 0,0 1 0,0-1 0,1 1 0,-1-1 0,1 1 0,1 0 0,-1 0 0,6-7 0,-7 3 1,4 1 1,0 1-1,0 1 1,1-1-1,0 1 1,0 0-1,1 0 1,-1 0-1,1 1 1,0 0-1,9-4 1,14-2-5,-4 2 0,1 1 0,0 0 0,30-2 0,177-13 0,68 20 0,24 29 1147,-6 40-1253,-241-43 156,128 54 1,-151-53-41,2 5 1,61 41-1,-80-43-75,-3 1 0,0 1 0,40 45 0,-54-44 80,-1-3 0,-1 2 0,-1 1 0,28 60 0,-27-50-25,-3 4 1,-1 1 0,11 58 0,-16-47 9,-3 1 0,1 92 0,-12-87 0,-2 1 0,-19 96 0,4-92-383,0 0 1,-45 98 0,30-96 307,-4 3-1,-55 75 1,43-77 72,-109 118 0,110-140-23,-6 2 0,-77 55-1,84-67 27,-9-1 0,-61 30 0,74-42 0,-4-4 0,-67 22 0,94-40-28,-1 2 0,0-2 0,-1 0 0,1-2 0,-44-1 0,52 0 34,-1-3 0,1 0 0,0-1 0,-1-1 0,1 0 0,0 0 0,-27-15 0,30 8 106,0 2 1,1 0-1,0-1 0,0 0 1,1 0-1,1-1 0,0-1 0,0 0 1,-10-19-1,4 0-12,1 0 0,1 0 0,2-1 0,-12-57 0,4 4-137,-7-122 1,24 92-478,9-123-1,70-196 628,52-14-1362,56 4 828,28 58 462,-6 80-144,-159 241-408,87-84 0,-106 117 608,2 3 0,62-44 1,-84 67-111,0 1-1,0 0 1,0 0 0,0 1-1,1 0 1,0 0 0,0 1 0,0 1-1,0 0 1,18-2 0,-23 4 13,1 0 0,-1 1 0,0-1 0,0 1 0,0 1 0,0-1 0,0 1 0,0-1 0,-1 1 0,1 1 0,0-1 0,-1 1 0,1 0 0,-1 0 0,0 0 0,0 0 0,0 1 0,4 5 0,9 6 164,-5 0-1,0 1 1,-1 0 0,-1 1 0,0 0 0,7 19 0,76 197 341,-11 112-579,-17 44 1126,-19 37-1319,-24-19 400,-42-20-133,-24-79 0,33-245 574,-33 97-1,39-151-581,1 2-1,-1 1 0,0-1 1,-1 0-1,-1-1 0,1 1 1,-2-1-1,1-1 0,-13 13 1,19-21 11,-1 1 0,0 0 0,0 0 1,-1-1-1,1 1 0,-1-1 1,1 0-1,-1 0 0,1 0 0,-1 0 1,0 0-1,1 0 0,-1-1 0,0 1 1,0-1-1,0 0 0,1 0 1,-1 0-1,0 0 0,0 0 0,0-1 1,1 1-1,-1-1 0,0 0 0,1 0 1,-1 0-1,0 0 0,-2-2 1,-5-2-1,1-2 0,1 0 1,0 0-1,0 0 1,0-1-1,1-1 1,0 1-1,1-1 1,-10-17-1,-3-9-3,1-3 0,-25-70 0,-20-145 0,18-37-1147,30-26 1094,34-4-2,24 45 1,-29 225 54,1-3 0,31-68 0,-32 90 287,1 0-1,2 1 1,36-49 0,-40 62-151,1 0 1,1 1-1,1 0 1,0 2-1,28-20 1,-29 21-130,2 2-1,0 1 1,1 1-1,0 1 1,28-10 0,-27 9 19,3 2 0,0 1 1,41-5-1,-38 7-18,0 2-1,0 2 0,29 2 0,-29 0-7,0 2 0,48 14 0,-55-7 230,0-3-1,0 1 0,-1 1 1,30 24-1,-24-13-166,-1 0-1,-1 1 1,27 36 0,-26-20-64,0-1 1,29 69-1,-28-47 43,26 106-1,-1 83-873,-43-164 950,-2 107 1,-16-121-158,3-2-1,-30 100 0,15-115-246,1 4-1,-2-2 0,-50 79 1,38-72 13,-8 2 0,-73 81-1,73-98 318,-6 3 0,-91 68-1,95-83-94,-5-1-1,-106 50 1,104-57-333,-2-4 0,-98 25 0,111-46 414,2 3 0,-1-2 0,1-2 0,-80-8 0,61-3-58,2-2-1,1-2 1,-90-35 0,64 16-558,-167-94 0,-67-78-162,30-39 892,48-2-298,186 181 154,-67-101 0,88 118 112,-49-106-1,71 129-124,1-1 1,1 0-1,2-1 0,-7-41 0,15 48 144,-2 5 0,2-1 0,0 1 0,1-1 0,0 1 0,1-1 0,1 1 0,9-24 0,-7 24-72,2-1 0,0 0 0,1 0 0,1 1 0,1 0 0,0 0 0,18-16 0,-10 9-72,3 2 0,1 0 0,1 1 1,33-19-1,-27 17 51,6 1 0,59-25 0,-52 28-38,91-23 0,-79 26 0,65-4 0,-71 12 0,64 3 0,-77 5 382,0 2 0,39 8 1,-48-6-422,-1 2 1,0 1 0,27 12 0,-35-12 353,1 2 0,-1 0 0,33 26 0,-30-17-104,-4-2 0,0 1 1,25 37-1,57 98 14,-70-86-199,26 74 1,10 96-117,-19 18 132,-25-14-63,-23-186 21,-10 102 0,8-124 0,-3 3 0,-20 60 0,23-76 0,-4 0 0,0 0 0,-20 34 0,25-50 0,-1 1 0,0-1 0,0 1 0,0-1 0,-1 0 0,0 0 0,0-1 0,0 0 0,0 1 0,-12 5 0,16-11 0,-1 2 0,-1 0 0,1-1 0,-1 1 0,1-1 0,-1 1 0,0-1 0,1 0 0,-1 0 0,1 0 0,-1 0 0,0-1 0,1 1 0,-1-1 0,1 1 0,-1-1 0,1 0 0,-1 0 0,1 0 0,0-1 0,0 1 0,-4-3 0,-1-5 0,1 1 0,-1 0 0,1 0 0,0 0 0,1-1 0,0 0 0,0 0 0,-4-14 0,-3-15 0,0-1 0,-8-50 0,-11-167 0,11-33-1147,24-84 951,34-7-965,11 40 827,-27 257 336,40-119 0,-40 128-452,40-73 1,-47 115 527,2 0-1,39-53 1,-48 68-102,3 3 1,1 0 0,0 1 0,22-20-1,-28 25 24,1 2 0,0 1 0,0 0 0,0 0 0,0 1 0,1 0 0,10-4 0,-14 8 64,0 0 0,-1-1-1,0 1 1,1 0 0,-1 0 0,0 0-1,0 0 1,1 1 0,-1-1-1,0 1 1,0 0 0,1 0 0,-1 0-1,0 0 1,0 0 0,0 1-1,4 2 1,1 2-64,-1-1-1,0 1 0,-1 0 1,0 1-1,0 0 1,0 0-1,8 15 0,11 10 611,19 45-1,26 80 256,-12 28-519,-13 35-328,-16-4 210,-11-3-273,-21-153 57,-6 76-1,3-89-11,-21 78 0,19-95 0,-3 1 0,-21 45 0,23-52 0,-4 0 0,-20 31 0,25-42 0,-1-1 0,-1 0 0,-19 19 0,24-27 0,0 0 0,0 0 0,0-1 0,-1 0 0,1 0 0,-1 0 0,0 0 0,-10 3 0,10-7 0,1 2 0,-1-1 0,1 0 0,0 0 0,0 0 0,0-1 0,0 0 0,0 0 0,0 0 0,0 0 0,-6-4 0,1 2 0,0-2 0,1 0 0,-1-1 0,1 0 0,-15-13 0,9 3 0,-1 0 0,2-1 0,-14-20 0,7-7 0,3 5 0,-17-46 0,-38-139 0,14-4-187,16-8 241,29 30-81,15 170 27,2-2 0,12-65 0,-11 80 0,3-1 0,0 1 0,1 0 0,15-27 0,-17 38 0,2-2 0,0 1 0,1 0 0,1 1 0,0 0 0,13-12 0,-16 14 0,3 1 0,0 0 0,1 1 0,0 0 0,0 1 0,13-6 0,-15 5 0,3 2 0,1 0 0,-1 1 0,24-5 0,-25 4 0,2 3 0,0 1 0,22-2 0,-26 3 0,0 1 0,0 0 0,-1 1 0,1 0 0,9 3 0,-10 2 115,-2-3 0,0 1-1,0 0 1,0 0 0,-1 0 0,1 0-1,-1 1 1,6 7 0,-1 5-174,-1-3 0,0 1 0,-2 0 0,10 23 0,-1 13 132,14 59 1,4 100-74,-11 29 0,-9 38-1147,-6 7 1147,-34-7-70,-17-36 23,28-178 47,-28 71 0,32-106 0,-1 2 0,-33 52 0,37-68 0,0-1 0,-2 0 0,1-1 0,-2-1 0,-16 16 0,22-21 0,-1-1 0,-1 0 0,1-1 0,-1 0 0,1 0 0,-1-1 0,0 0 0,-1 0 0,-8 2 0,9-4 0,1 0 0,0 0 0,0-1 0,-1 0 0,1 0 0,0 0 0,0-1 0,0 0 0,0 0 0,0-1 0,-8-3 0,0-2 0,2 0 0,0 0 0,0-1 0,1 0 0,0-1 0,-12-12 0,-4-10 0,1 1 0,-30-48 0,-57-130 0,5-37-1147,15-90 1301,16-17-1333,23-26 1458,26 52-431,36 40 152,-4 234-183,3-2 1,16-57-1,-17 83 222,2 1 0,1 0 0,22-45 0,-24 56-50,0 3 0,1 0 0,0 1 0,1 0 0,1 0-1,15-14 1,-15 17 11,-1 2 0,0 0 0,0 0 0,1 1 0,0 1 0,1 0 0,-1 0 0,13-3 0,10-2 287,-6 4 0,1 1-1,51-2 1,131-1-542,36 12 398,65 19 668,8 14-1040,46 56 343,3 53-1261,-30 27 328,-40 32 864,-219-144-110,79 82 0,22 46-1021,-138-140 1239,43 70 0,-55-76-230,25 54 1,-39-70 76,17 53 0,-31-69 143,1-2 1,-1 0-1,-1 0 0,0 1 1,0-1-1,-1 0 0,0 13 1,-2-12-146,1-2-1,-1-1 1,0 1 0,0-1 0,-1 0 0,0 0-1,0 0 1,-8 12 0,-4 7 409,0-5 1,-28 32 0,-75 66 455,-29-2-242,-28-4-681,-53 2 172,-20-9-360,15-16 319,-31-16-107,7-23 36,1-11 0,9-14 0,32-12 0,31-7-175,36-5 225,37-3-75,31-1 25,74-1 0,0 2 0,0 0 0,0-1 0,1 1 0,-1-1 0,-9-5 0,10 4 0,2 0 0,0 1 0,0 0 0,0-1 0,0 0 0,1 0 0,-1 0 0,1 0 0,0 0 0,-3-6 0,1 3 191,1 0 0,0-1 1,0 1-1,1-1 0,-2-12 0,0-5-142,-1-36 0,3-79 181,3-46-223,16-28 20,14-7-27,21 17-669,12 24 860,-42 128-238,34-54-1,-29 64 37,49-59 0,-48 69 13,2 1 1,37-28-1,-25 23-4,54-32 0,-59 45 2,64-29 0,-65 34 0,55-15 0,-58 21 0,46-7 0,-61 15 0,1 1 0,36 1 0,-45 3 0,-1 0 0,-1-1 0,1 2 0,0-1 0,-1 1 0,0 0 0,9 5 0,-6-1 0,-2-1 0,0 0 0,0 1 0,-1 0 0,0 1 0,8 10 0,-1 1 168,-1 0-1,-1 1 0,11 23 0,40 111-358,-7 52 286,-6 29-95,-13 39-1146,-11-6 1107,-25-20-20,-6-182 32,-12 74 1,9-94-3,-26 79 0,25-100 33,-1 1 1,-2-1-1,-15 26 0,17-34-6,0-1 1,-2-1-1,0-1 0,-14 16 1,18-21 1,-2-1 0,0 0 0,0 0 0,-1-1 0,-16 10 0,17-10 0,-1-2 0,0-1 0,0 0 0,0 0 0,-15 3 0,8-2 0,0-2 0,1 0 0,-21-1 0,-65 0 1146,-27-20-1089,-39-17 59,-30-27-79,-16-19-28,-49-42-1156,-19-23 1024,23 1 88,26 6-29,57 21 64,48 31 0,40 29 0,77 53 0,2-1 0,-1 2 0,-18-8 0,24 13 0,3-1 0,-1 0 0,0 0 0,0-1 0,1 1 0,-1 1 0,0-1 0,1 0 0,-1 0 0,0 1 0,1-1 0,-1 1 0,0-1 0,1 1 0,-1 0 0,1 0 0,-1-1 0,1 1 0,-1 0 0,1 0 0,-3 3 0,-2-1 0,1 1 0,1 1 0,1-1 0,-1 1 0,1 0 0,0 0 0,-5 9 0,-31 65 0,-28 40 1147,-1-2-1024,1 11-88,13-9 29,7-25-64,44-81 0,-2 1 0,-6 26 0,5-4 0,5-35 0,1 0 0,0-1 0,0 0 0,0 0 0,0 1 0,0-1 0,0 0 0,0 1 0,0-1 0,0 0 0,0 1 0,0-1 0,1 0 0,-1 0 0,0 1 0,0-1 0,0 0 0,0 1 0,0-1 0,1 0 0,-1 0 0,0 1 0,0-1 0,0 0 0,1 0 0,-1 0 0,0 1 0,0-1 0,1 0 0,-1 0 0,0 0 0,0 0 0,1 0 0,-1 1 0,0-1 0,1 0 0,-1 0 0,0 0 0,1 0 0,-1 0 0,0 0 0,0 0 0,1 0 0,-1 0 0,0 0 0,1 0 0,-1 0 0,1-1 0,26-10 0,9-22 0,12-23 0,2-18 0,-1-15 0,-10-17 0,4-33 0,-10-5 0,-8-12 0,-9-1 0,-14-20 0,-5 25 0,-3 25 0,0 29 0,-7 32 0,12 67 0,0-3 0,1 1 0,-1 0 0,1 0 0,-1 0 0,1 0 0,-1 0 0,1 0 0,-1 0 0,0 0 0,0 0 0,1 0 0,-1 0 0,0 1 0,0-1 0,0 0 0,0 1 0,0-1 0,0 0 0,0 1 0,0-1 0,0 1 0,0-1 0,-1 1 0,1 0 0,0 0 0,-1-1 0,0 0 0,0 1 0,1 1 0,-1-1 0,0 1 0,0-1 0,0 1 0,0-1 0,1 1 0,-1 0 0,0 0 0,1 0 0,-1 0 0,0 0 0,1 0 0,0 1 0,-1-1 0,-1 2 0,-6 8 0,0-1 0,1 1 0,-9 14 0,-35 71 0,6 19 0,2 8 0,10 10 0,11-4 0,24-97 0,-1-1 0,5 45 0,0-38 0,18 65 0,-10-69 0,0 1 0,22 38 0,-9-27 0,43 57 0,42 40 0,-68-100 0,48 41 0,-45-48 0,65 39 0,44 14 0,-6-26 0,-18-23 0,-89-31 0,43 3 0,-48-9 0,51-3 0,-52-7 0,-3 1 0,45-15 0,-25 0 0,72-38 0,92-72 0,28-56-1147,13-62 533,-22-25 719,-176 189-172,66-114-1,-88 127 68,56-145 0,-66 140 0,27-143 0,-11-33 0,-27 39 0,-15 168 0,-10-70 0,6 92 0,-1 1 0,-14-45 0,15 60 0,-1 0 0,0 0 0,-1 1 0,1 0 0,-2-1 0,1 1 0,-10-11 0,11 12 0,-1 2 0,1 1 0,-1-1 0,0 1 0,0 0 0,0 0 0,-1 0 0,1 0 0,0 1 0,-9-3 0,3 0 0,2 2 0,-1 1 0,0 0 0,0 1 0,0-1 0,-11 1 0,-5 8 0,5-4 0,0 2 0,-38 13 0,14 6 0,-75 43 0,-71 82 0,2 24 0,6 37 625,12 41-803,24 13 267,30 0-89,35-9 0,30-12 0,31-26 0,19-166-137,12 91-1,-4-108 158,0-2-1,2 1 1,17 40 0,-16-49-28,2 0 0,1 0 0,1 0 0,18 22 0,-12-21 8,0-2 0,1-1 0,39 32 0,-37-35 0,4 1 0,56 30 0,-47-29 0,72 25 0,-66-32 0,71 14 0,-85-26 0,1 0 0,0 0 0,41-5 0,-41 0 0,0-1 0,1-2 0,36-12 0,-23 5 574,72-36-1,-73 25-587,70-50 0,32-38 92,-24 11-35,-33 15 250,-21 23-377,-58 49 95,1 3-1,-2 0 1,9-16-1,-10 14-10,-2 2 0,0 1 0,-1-1 0,3-17 0,-1 4 0,0-41 0,-4-40 0,-4-7 0,-8-4 0,-8 8 0,-6 23 0,20 73 0,0 0 0,0 0 0,-10-13 0,11 19 0,0 2 0,1-1 0,-1 1 0,0 0 0,0 0 0,-1 0 0,-7-4 0,7 7 0,1 0 0,0-1 0,0 1 0,0 0 0,-1 0 0,1 0 0,0 1 0,0 0 0,-1 0 0,1 0 0,-5 0 0,0 0 0,-1 1 0,1 1 0,-1 0 0,-16 6 0,-52 20 0,-2 8 0,5-2 0,66-33 0,-3 3 0,1-1 0,-15 2 0,23-6 0,0 2 0,0-1 0,0 0 0,0-1 0,0 1 0,0 0 0,0-1 0,0 0 0,0 1 0,1-1 0,-1-1 0,-4-1 0,4-2 0,0 2 0,1 0 0,-1 0 0,1-1 0,0 1 0,0 0 0,0-1 0,1 0 0,-1 1 0,1-1 0,0 0 0,-1-4 0,-3-8 0,2-1 0,-3-33 0,0-66 0,6-19 0,2-4 0,2 16 0,-1 36 0,6 36 0,-9 49 0,0 1 0,0 0 0,0 0 0,0 0 0,0 1 0,1-1 0,-1 0 0,0 0 0,1 0 0,-1 0 0,1 0 0,-1 1 0,1-1 0,-1 0 0,1 0 0,-1 1 0,1-1 0,0 0 0,-1 1 0,2-1 0,-1-1 0,0 2 0,0 0 0,-1 0 0,1 0 0,0 0 0,-1 0 0,1 1 0,-1-1 0,1 0 0,0 0 0,-1 0 0,1 1 0,-1-1 0,1 0 0,-1 1 0,1-1 0,-1 0 0,1 1 0,-1-1 0,1 1 0,-1-1 0,1 1 0,-1-1 0,0 1 0,1-1 0,-1 2 0,14 22 0,4 4 0,-2 5 0,3 2 0,-2 0 0,2-6 0,5 0 0,2-7 0,11-7 0,2-5 0,3-5 0,5-3 0,0-2 0,-1-1 0,-4 0 0,-2 0 0,-1-7 0,-3 0 0,6-6 0,0-6 0,-1 1 0,-1 4 0,-1 3 0,-9 12 0,-26 2 0,-2-1 0,1-1 0,-1 2 0,1-1 0,-1 0 0,1 0 0,-1 1 0,0 0 0,4 2 0,-1 3 0,0-2 0,-1 1 0,0 0 0,6 11 0,12 45 0,1 11 0,2 6 0,-5-6 0,-11-28 0,-10-47 0,1 2 0,0 1 0,0-1 0,0 0 0,0 0 0,0 1 0,0-1 0,1 0 0,-1 0 0,0 1 0,0-1 0,0 0 0,0 1 0,0-1 0,0 0 0,0 0 0,0 1 0,0-1 0,-1 0 0,1 0 0,0 1 0,0-1 0,0 0 0,0 0 0,0 1 0,0-1 0,0 0 0,-1 0 0,1 1 0,0-1 0,0 0 0,0 0 0,-1 0 0,1 1 0,0-1 0,0 0 0,0 0 0,-1 0 0,1 0 0,0 0 0,0 1 0,-1-1 0,1 0 0,0 0 0,0 0 0,-1 0 0,1 0 0,0 0 0,-1 0 0,1 0 0,0 0 0,0 0 0,-1 0 0,1 0 0,0 0 0,-1 0 0,1 0 0,0 0 0,0-1 0,-1 1 0,1 0 0,0 0 0,-1 0 0,-28-24 0,-23-23 0,-19-23 0,-9-9 0,-4-4 0,-5 0 0,8 3 0,-3 3 0,-24-19 0,-26-11 0,-25-21 0,-22-2 0,-37-6 0,5 11 0,15 20 0,30 28 0,31 26 0,33 22 0,29 15 0,19 11 0,15 5 0,8 3 0,-4 0 0,8 14 0,-13 13 0,-16 12 0,-14 12 0,0 7 0,-2 6 0,1-5 0,7-6 0,2-7 0,14-7 0,15-4 0,5-3 0,-4 5 0,0 5 0,-1 1 0,-7 5 0,6 6 0,7 3 0,2-10 0,7-6 0,0-5 0,4 10 0,5-2 0,4 6 0,3 11 0,2 5 0,2-5 0,0 1 0,8-14 0,0-7 0,6-14 0,-10-27 0,-1-1 0,1 0 0,-1-1 0,0 1 0,8 4 0,29 12 0,18-8 0,10-5 0,19-11 0,-57-2 0,36-8 0,39-22 0,-12-7 0,-12 4 0,-15 1 0,-12 2 0,-17 1 0,-13 1 0,-11-1 0,-8-6 0,3-14 0,-3-8 0,-1-13 0,-1-3 0,-1-1 0,-8-12 0,-7-6 0,-8 2 0,-6 4 0,-5 21 0,-2 13 0,5 11 0,0 15 0,-7 5 0,-1 2 0,-2 6 0,8-1 0,-7 4 0,1 4 0,-1 5 0,-6-5 0,0-4 0,1 2 0,2 1 0,1-3 0,3 3 0,-7 2 0,-5 4 0,0 2 0,1 3 0,-3 8 0,2 8 0,-3 1 0,2-2 0,-4 5 0,-3 3 0,3-2 0,3-4 0,-2 3 0,11 3 0,4-3 0,3 4 0,-5 2 0,7 4 0,1 2 0,-7 3 0,0 1 0,6 1 0,8 0 0,1-7 0,7 7 0,-1 1 0,-4 7 0,5 8 0,2-1 0,6 6 0,2 4 0,4-3 0,2-5 0,1-5 0,1-4 0,0 2 0,6 6 0,8 5 0,6-2 0,0-3 0,3 3 0,3-12 0,2-10 0,-3-4 0,0-1 0,1-7 0,-4 1 0,0 3 0,3 2 0,2 3 0,2 2 0,2-4 0,2 0 0,0 1 0,1-5 0,-6 1 0,-1-6 0,0-4 0,1 2 0,2-4 0,1 4 0,1-3 0,9 5 0,0-3 0,0-3 0,-1-3 0,-2-4 0,-2-2 0,0 5 0,-1 6 0,-1 0 0,6 5 0,8-3 0,7-2 0,12 2 0,12-2 0,3-4 0,7-3 0,-2-3 0,-16 5 0,-6-1 0,-3-1 0,-8 6 0,7-2 0,9-2 0,-10 5 0,-6-2 0,-7-2 0,8-3 0,-4-3 0,4 6 0,-3-2 0,-4-1 0,-5-1 0,4-3 0,11-1 0,19-1 0,-2 0 0,-4-1 0,-16-1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213a43354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213a4335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2c5bd215de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22c5bd215d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8B084AF-7031-8CA0-CE72-EC7B0D7E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>
            <a:extLst>
              <a:ext uri="{FF2B5EF4-FFF2-40B4-BE49-F238E27FC236}">
                <a16:creationId xmlns:a16="http://schemas.microsoft.com/office/drawing/2014/main" id="{58ACAD18-7F7A-576B-DF5C-78AC1BAB8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>
            <a:extLst>
              <a:ext uri="{FF2B5EF4-FFF2-40B4-BE49-F238E27FC236}">
                <a16:creationId xmlns:a16="http://schemas.microsoft.com/office/drawing/2014/main" id="{F2E11104-3411-0550-F920-59C9F8758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308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1A9A95B-CEB0-95B1-3472-36C53530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>
            <a:extLst>
              <a:ext uri="{FF2B5EF4-FFF2-40B4-BE49-F238E27FC236}">
                <a16:creationId xmlns:a16="http://schemas.microsoft.com/office/drawing/2014/main" id="{47B4D457-0C9E-F68B-64B3-37D433CC07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>
            <a:extLst>
              <a:ext uri="{FF2B5EF4-FFF2-40B4-BE49-F238E27FC236}">
                <a16:creationId xmlns:a16="http://schemas.microsoft.com/office/drawing/2014/main" id="{181454BE-F203-5521-66C0-1BD03568F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5031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1C61BF8-BFC7-5711-7BC7-879D7273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>
            <a:extLst>
              <a:ext uri="{FF2B5EF4-FFF2-40B4-BE49-F238E27FC236}">
                <a16:creationId xmlns:a16="http://schemas.microsoft.com/office/drawing/2014/main" id="{0E80A8CC-11D0-B9FE-9BE1-C13AC68A0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>
            <a:extLst>
              <a:ext uri="{FF2B5EF4-FFF2-40B4-BE49-F238E27FC236}">
                <a16:creationId xmlns:a16="http://schemas.microsoft.com/office/drawing/2014/main" id="{02B06F44-FA48-682D-2543-65B83D46A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3678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F4F962B-7F11-B92C-4190-E7E61053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>
            <a:extLst>
              <a:ext uri="{FF2B5EF4-FFF2-40B4-BE49-F238E27FC236}">
                <a16:creationId xmlns:a16="http://schemas.microsoft.com/office/drawing/2014/main" id="{54031E48-0DE2-F21D-64A6-B50A6961D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>
            <a:extLst>
              <a:ext uri="{FF2B5EF4-FFF2-40B4-BE49-F238E27FC236}">
                <a16:creationId xmlns:a16="http://schemas.microsoft.com/office/drawing/2014/main" id="{A304D24F-B8D9-8A31-620D-D7568C2C0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092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D5D7E89-5FA9-7D90-7D3F-E055A382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>
            <a:extLst>
              <a:ext uri="{FF2B5EF4-FFF2-40B4-BE49-F238E27FC236}">
                <a16:creationId xmlns:a16="http://schemas.microsoft.com/office/drawing/2014/main" id="{F79E9D7A-3857-ED01-9108-09C6451B7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>
            <a:extLst>
              <a:ext uri="{FF2B5EF4-FFF2-40B4-BE49-F238E27FC236}">
                <a16:creationId xmlns:a16="http://schemas.microsoft.com/office/drawing/2014/main" id="{7C057A28-4CA6-A734-6484-ECFBD8618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309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674F718-C246-5075-FE21-47309F38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>
            <a:extLst>
              <a:ext uri="{FF2B5EF4-FFF2-40B4-BE49-F238E27FC236}">
                <a16:creationId xmlns:a16="http://schemas.microsoft.com/office/drawing/2014/main" id="{C08CDEC3-094E-4935-EE51-ACE6F52B5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>
            <a:extLst>
              <a:ext uri="{FF2B5EF4-FFF2-40B4-BE49-F238E27FC236}">
                <a16:creationId xmlns:a16="http://schemas.microsoft.com/office/drawing/2014/main" id="{424F0FA2-6CB7-74B8-582A-AF60E5B521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8029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0099298-5121-F868-5E33-15997092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c5bd215de_0_34:notes">
            <a:extLst>
              <a:ext uri="{FF2B5EF4-FFF2-40B4-BE49-F238E27FC236}">
                <a16:creationId xmlns:a16="http://schemas.microsoft.com/office/drawing/2014/main" id="{E3177382-5C5E-4340-FADA-94F328248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2c5bd215de_0_34:notes">
            <a:extLst>
              <a:ext uri="{FF2B5EF4-FFF2-40B4-BE49-F238E27FC236}">
                <a16:creationId xmlns:a16="http://schemas.microsoft.com/office/drawing/2014/main" id="{DC22B837-914A-EFA0-1125-7285C3695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1200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c5bd215de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2c5bd215d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23B93413-B63E-04FE-8217-7CC903FE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c5bd215de_0_91:notes">
            <a:extLst>
              <a:ext uri="{FF2B5EF4-FFF2-40B4-BE49-F238E27FC236}">
                <a16:creationId xmlns:a16="http://schemas.microsoft.com/office/drawing/2014/main" id="{53B1C486-D45F-FF49-CFA2-E24838A66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2c5bd215de_0_91:notes">
            <a:extLst>
              <a:ext uri="{FF2B5EF4-FFF2-40B4-BE49-F238E27FC236}">
                <a16:creationId xmlns:a16="http://schemas.microsoft.com/office/drawing/2014/main" id="{383469CE-A6A3-2703-5784-8E8F18F93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4402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F1CDAD6-C246-57C0-EB6D-2B9B20C4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c5bd215de_0_91:notes">
            <a:extLst>
              <a:ext uri="{FF2B5EF4-FFF2-40B4-BE49-F238E27FC236}">
                <a16:creationId xmlns:a16="http://schemas.microsoft.com/office/drawing/2014/main" id="{A6C1984A-CC60-EA8F-32F6-66A0DE2B2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2c5bd215de_0_91:notes">
            <a:extLst>
              <a:ext uri="{FF2B5EF4-FFF2-40B4-BE49-F238E27FC236}">
                <a16:creationId xmlns:a16="http://schemas.microsoft.com/office/drawing/2014/main" id="{DEAC12A4-CB5B-3D51-EED3-72FD205D7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1815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DF7C19F8-45C9-E99F-E686-AB1BCF4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c5bd215de_0_91:notes">
            <a:extLst>
              <a:ext uri="{FF2B5EF4-FFF2-40B4-BE49-F238E27FC236}">
                <a16:creationId xmlns:a16="http://schemas.microsoft.com/office/drawing/2014/main" id="{E9AF5787-22D1-90BA-6438-BB25E2BAD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2c5bd215de_0_91:notes">
            <a:extLst>
              <a:ext uri="{FF2B5EF4-FFF2-40B4-BE49-F238E27FC236}">
                <a16:creationId xmlns:a16="http://schemas.microsoft.com/office/drawing/2014/main" id="{6227385A-8537-2F7B-CFFC-1470D18F3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6882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c5bd215de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22c5bd215d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c5bd215de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22c5bd215d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Custom Layout">
  <p:cSld name="26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hyperlink" Target="https://github.com/GrinAle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13D13F-0C2F-5EC1-338E-451FE81E9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Google Shape;5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E6C6F4-4211-ADB5-721F-710742ABAFD3}"/>
              </a:ext>
            </a:extLst>
          </p:cNvPr>
          <p:cNvSpPr/>
          <p:nvPr/>
        </p:nvSpPr>
        <p:spPr>
          <a:xfrm>
            <a:off x="1839521" y="1074056"/>
            <a:ext cx="5464958" cy="830997"/>
          </a:xfrm>
          <a:prstGeom prst="rect">
            <a:avLst/>
          </a:prstGeom>
          <a:solidFill>
            <a:srgbClr val="F2670C"/>
          </a:solidFill>
          <a:ln>
            <a:noFill/>
          </a:ln>
          <a:effectLst>
            <a:outerShdw blurRad="215900" dist="444500" dir="3900000" sx="71000" sy="71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err="1">
                <a:ln w="6600">
                  <a:noFill/>
                  <a:prstDash val="solid"/>
                </a:ln>
                <a:solidFill>
                  <a:schemeClr val="tx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englishexcellence</a:t>
            </a:r>
            <a:endParaRPr lang="en-GB" sz="4800" b="1" cap="none" spc="0" dirty="0">
              <a:ln w="6600">
                <a:noFill/>
                <a:prstDash val="solid"/>
              </a:ln>
              <a:solidFill>
                <a:schemeClr val="tx1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E0DF0-132C-B4B5-E5C3-2FAB8D3C5CA7}"/>
              </a:ext>
            </a:extLst>
          </p:cNvPr>
          <p:cNvSpPr/>
          <p:nvPr/>
        </p:nvSpPr>
        <p:spPr>
          <a:xfrm>
            <a:off x="2036367" y="3256834"/>
            <a:ext cx="519886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6600">
                  <a:noFill/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</a:t>
            </a:r>
            <a:r>
              <a:rPr lang="en-US" sz="2800" b="1" cap="none" spc="0" dirty="0">
                <a:ln w="6600">
                  <a:noFill/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ortfolio project presentation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1911200" y="73725"/>
            <a:ext cx="487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УЧАСНИКИ КОМАНДИ</a:t>
            </a:r>
            <a:endParaRPr sz="2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1172900" y="1869475"/>
            <a:ext cx="1355700" cy="912900"/>
          </a:xfrm>
          <a:prstGeom prst="roundRect">
            <a:avLst>
              <a:gd name="adj" fmla="val 16667"/>
            </a:avLst>
          </a:prstGeom>
          <a:solidFill>
            <a:srgbClr val="FF6B0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000" b="1" dirty="0"/>
              <a:t>Oleksandr Hrynenko</a:t>
            </a:r>
          </a:p>
          <a:p>
            <a:pPr lvl="0" algn="ctr"/>
            <a:r>
              <a:rPr lang="en-GB" sz="1050" dirty="0">
                <a:solidFill>
                  <a:schemeClr val="lt1"/>
                </a:solidFill>
              </a:rPr>
              <a:t>Technical leader</a:t>
            </a:r>
          </a:p>
        </p:txBody>
      </p:sp>
      <p:sp>
        <p:nvSpPr>
          <p:cNvPr id="64" name="Google Shape;64;p15"/>
          <p:cNvSpPr/>
          <p:nvPr/>
        </p:nvSpPr>
        <p:spPr>
          <a:xfrm>
            <a:off x="2711650" y="1869475"/>
            <a:ext cx="1355700" cy="912900"/>
          </a:xfrm>
          <a:prstGeom prst="roundRect">
            <a:avLst>
              <a:gd name="adj" fmla="val 16667"/>
            </a:avLst>
          </a:prstGeom>
          <a:solidFill>
            <a:srgbClr val="FF6B0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000" b="1" dirty="0"/>
              <a:t>Oleksandr Ponomarenko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</a:rPr>
              <a:t>Scrum master</a:t>
            </a:r>
            <a:endParaRPr sz="1100" dirty="0">
              <a:solidFill>
                <a:schemeClr val="lt1"/>
              </a:solidFill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250400" y="1869475"/>
            <a:ext cx="1355700" cy="912900"/>
          </a:xfrm>
          <a:prstGeom prst="roundRect">
            <a:avLst>
              <a:gd name="adj" fmla="val 16667"/>
            </a:avLst>
          </a:prstGeom>
          <a:solidFill>
            <a:srgbClr val="FF6B0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Mariia </a:t>
            </a:r>
            <a:r>
              <a:rPr kumimoji="0" lang="en-GB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Kyrychenko</a:t>
            </a:r>
            <a:endParaRPr kumimoji="0" lang="uk-UA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Developer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789150" y="1869475"/>
            <a:ext cx="1355700" cy="912900"/>
          </a:xfrm>
          <a:prstGeom prst="roundRect">
            <a:avLst>
              <a:gd name="adj" fmla="val 16667"/>
            </a:avLst>
          </a:prstGeom>
          <a:solidFill>
            <a:srgbClr val="FF6B0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defRPr/>
            </a:pPr>
            <a:r>
              <a:rPr lang="en-GB" sz="1000" b="1" dirty="0"/>
              <a:t>Yurii Panasiuk</a:t>
            </a:r>
          </a:p>
          <a:p>
            <a:pPr lvl="0" algn="ctr">
              <a:defRPr/>
            </a:pPr>
            <a:r>
              <a:rPr lang="en-GB" sz="1100" dirty="0">
                <a:solidFill>
                  <a:srgbClr val="FFFFFF"/>
                </a:solidFill>
              </a:rPr>
              <a:t>Developer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006958" y="3989275"/>
            <a:ext cx="1355700" cy="912900"/>
          </a:xfrm>
          <a:prstGeom prst="roundRect">
            <a:avLst>
              <a:gd name="adj" fmla="val 16667"/>
            </a:avLst>
          </a:prstGeom>
          <a:solidFill>
            <a:srgbClr val="FF6B0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defRPr/>
            </a:pPr>
            <a:r>
              <a:rPr lang="en-GB" sz="1000" b="1" dirty="0"/>
              <a:t>Veronika Kotelevska</a:t>
            </a:r>
          </a:p>
          <a:p>
            <a:pPr lvl="0" algn="ctr">
              <a:defRPr/>
            </a:pPr>
            <a:r>
              <a:rPr lang="en-GB" sz="1100" dirty="0">
                <a:solidFill>
                  <a:srgbClr val="FFFFFF"/>
                </a:solidFill>
              </a:rPr>
              <a:t>Developer</a:t>
            </a:r>
            <a:endParaRPr lang="en-GB" sz="1000" dirty="0">
              <a:solidFill>
                <a:srgbClr val="FFFFFF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3545708" y="3989275"/>
            <a:ext cx="1355700" cy="912900"/>
          </a:xfrm>
          <a:prstGeom prst="roundRect">
            <a:avLst>
              <a:gd name="adj" fmla="val 16667"/>
            </a:avLst>
          </a:prstGeom>
          <a:solidFill>
            <a:srgbClr val="FF6B0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b="1" dirty="0"/>
              <a:t>Alex </a:t>
            </a:r>
            <a:r>
              <a:rPr lang="en-GB" sz="1100" b="1" dirty="0" err="1"/>
              <a:t>Komendant</a:t>
            </a:r>
            <a:endParaRPr lang="uk-UA" sz="1100" b="1" dirty="0"/>
          </a:p>
          <a:p>
            <a:pPr algn="ctr"/>
            <a:r>
              <a:rPr lang="en-GB" sz="1100" dirty="0">
                <a:solidFill>
                  <a:srgbClr val="FFFFFF"/>
                </a:solidFill>
              </a:rPr>
              <a:t>Developer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084458" y="3989275"/>
            <a:ext cx="1355700" cy="912900"/>
          </a:xfrm>
          <a:prstGeom prst="roundRect">
            <a:avLst>
              <a:gd name="adj" fmla="val 16667"/>
            </a:avLst>
          </a:prstGeom>
          <a:solidFill>
            <a:srgbClr val="FF6B0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b="1" dirty="0"/>
              <a:t>Denys</a:t>
            </a:r>
            <a:r>
              <a:rPr lang="uk-UA" sz="1100" b="1" dirty="0"/>
              <a:t> </a:t>
            </a:r>
            <a:r>
              <a:rPr lang="en-GB" sz="1100" b="1" dirty="0" err="1"/>
              <a:t>Tryshkin</a:t>
            </a:r>
            <a:endParaRPr lang="uk-UA" sz="1100" b="1" dirty="0"/>
          </a:p>
          <a:p>
            <a:pPr lvl="0" algn="ctr"/>
            <a:r>
              <a:rPr lang="en-GB" sz="1100" dirty="0">
                <a:solidFill>
                  <a:schemeClr val="bg1"/>
                </a:solidFill>
              </a:rPr>
              <a:t>Developer</a:t>
            </a:r>
            <a:endParaRPr sz="1100" dirty="0">
              <a:solidFill>
                <a:schemeClr val="bg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1012" y="710327"/>
            <a:ext cx="1019476" cy="10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9762" y="710327"/>
            <a:ext cx="1019476" cy="10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9112" y="710327"/>
            <a:ext cx="1019476" cy="10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8462" y="710327"/>
            <a:ext cx="1019476" cy="10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6870" y="2830127"/>
            <a:ext cx="1019476" cy="10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3820" y="2922052"/>
            <a:ext cx="1019476" cy="10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2570" y="2876089"/>
            <a:ext cx="1019476" cy="10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Profile photo for Oleksandr Ponomarenko">
            <a:extLst>
              <a:ext uri="{FF2B5EF4-FFF2-40B4-BE49-F238E27FC236}">
                <a16:creationId xmlns:a16="http://schemas.microsoft.com/office/drawing/2014/main" id="{CAF7A38B-600B-595D-F72B-10F9BBC7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010" y="863689"/>
            <a:ext cx="731520" cy="731520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369C5D4-A608-ECDC-F751-75A488255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l="2471" r="2471"/>
          <a:stretch/>
        </p:blipFill>
        <p:spPr bwMode="auto">
          <a:xfrm>
            <a:off x="1522545" y="863689"/>
            <a:ext cx="731520" cy="731520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542BD6-9471-E058-1594-37A737906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4562490" y="863689"/>
            <a:ext cx="731520" cy="731520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4D71B83-A423-39AA-9906-86B4FEDAD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6101240" y="853637"/>
            <a:ext cx="731520" cy="731520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4568225-2120-73EB-3A9E-C4FF8FC24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2319948" y="3002353"/>
            <a:ext cx="731520" cy="731520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A1F155C-5723-02A5-2252-8B736A8F0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/>
        </p:blipFill>
        <p:spPr bwMode="auto">
          <a:xfrm>
            <a:off x="3839017" y="3068069"/>
            <a:ext cx="742681" cy="742681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75C35C1-0018-346A-B6DD-692DC92D5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/>
          <a:srcRect/>
          <a:stretch/>
        </p:blipFill>
        <p:spPr bwMode="auto">
          <a:xfrm>
            <a:off x="5380818" y="3028628"/>
            <a:ext cx="742681" cy="742681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3438951" y="690700"/>
            <a:ext cx="4876800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Олександр Гриненко</a:t>
            </a:r>
            <a:endParaRPr lang="en-US"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uk-UA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Я дата-аналітик,</a:t>
            </a:r>
            <a:r>
              <a:rPr lang="en-US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BI-</a:t>
            </a:r>
            <a:r>
              <a:rPr lang="uk-UA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інженер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uk-UA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lang="en-US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IT-</a:t>
            </a:r>
            <a:r>
              <a:rPr lang="uk-UA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сфері більше 15 років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uk-UA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Відкритий до всього нового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uk-UA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Зараз вирішив спробувати себе в новій для мене ролі - </a:t>
            </a:r>
            <a:r>
              <a:rPr lang="en-US" sz="1800" dirty="0">
                <a:solidFill>
                  <a:schemeClr val="bg1"/>
                </a:solidFill>
                <a:latin typeface="Montserrat"/>
              </a:rPr>
              <a:t>Team lead</a:t>
            </a:r>
            <a:endParaRPr sz="1800" dirty="0">
              <a:solidFill>
                <a:schemeClr val="bg1"/>
              </a:solidFill>
              <a:latin typeface="Montserrat"/>
              <a:sym typeface="Montserra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Artificial Intelligence with solid fill">
            <a:extLst>
              <a:ext uri="{FF2B5EF4-FFF2-40B4-BE49-F238E27FC236}">
                <a16:creationId xmlns:a16="http://schemas.microsoft.com/office/drawing/2014/main" id="{FA748F8D-147B-8C0F-5245-6DBE678F0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919689" y="890954"/>
            <a:ext cx="2231151" cy="2231151"/>
          </a:xfrm>
          <a:prstGeom prst="teardrop">
            <a:avLst/>
          </a:prstGeom>
          <a:noFill/>
          <a:effectLst>
            <a:outerShdw blurRad="50800" dist="50800" dir="5400000" algn="ctr" rotWithShape="0">
              <a:srgbClr val="F2670C"/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A947A9-91A7-E3A5-B42E-CAC520A65B3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82946" y="3538272"/>
            <a:ext cx="3589349" cy="914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886CAC-1952-1AFE-7CCB-5E1BA1B2BA08}"/>
              </a:ext>
            </a:extLst>
          </p:cNvPr>
          <p:cNvSpPr txBox="1"/>
          <p:nvPr/>
        </p:nvSpPr>
        <p:spPr>
          <a:xfrm rot="19590469">
            <a:off x="876886" y="1621014"/>
            <a:ext cx="1833342" cy="461665"/>
          </a:xfrm>
          <a:prstGeom prst="rect">
            <a:avLst/>
          </a:prstGeom>
          <a:solidFill>
            <a:srgbClr val="F2670C"/>
          </a:solidFill>
          <a:ln>
            <a:solidFill>
              <a:schemeClr val="bg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GB" sz="2400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GrinAlex</a:t>
            </a:r>
            <a:endParaRPr lang="en-GB"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DF09C386-82B9-80E7-380E-05A0FAF2D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8FDA54B8-6E80-6BDD-2527-7880721B3BD0}"/>
              </a:ext>
            </a:extLst>
          </p:cNvPr>
          <p:cNvSpPr txBox="1"/>
          <p:nvPr/>
        </p:nvSpPr>
        <p:spPr>
          <a:xfrm>
            <a:off x="3438951" y="690700"/>
            <a:ext cx="4876800" cy="243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Олександр Пономаренко</a:t>
            </a:r>
            <a:endParaRPr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Я фронтенд дев (Реакт, Ангуляр),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3 роки досвіду, 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останній проект був на JS core. 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Працював в ЕРАМ, 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зараз релокувався в Норвегію і закінчив співпрацю з компанією.</a:t>
            </a:r>
            <a:endParaRPr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0ECB34E8-E129-F39C-F6BF-93D79A7836C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>
            <a:extLst>
              <a:ext uri="{FF2B5EF4-FFF2-40B4-BE49-F238E27FC236}">
                <a16:creationId xmlns:a16="http://schemas.microsoft.com/office/drawing/2014/main" id="{70C1D4FE-DDA0-5BEC-4F15-2CB142394CC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Profile photo for Oleksandr Ponomarenko">
            <a:extLst>
              <a:ext uri="{FF2B5EF4-FFF2-40B4-BE49-F238E27FC236}">
                <a16:creationId xmlns:a16="http://schemas.microsoft.com/office/drawing/2014/main" id="{96015886-C35F-989D-029D-D56220339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49" y="890954"/>
            <a:ext cx="2231151" cy="2231151"/>
          </a:xfrm>
          <a:prstGeom prst="teardrop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CBF1D1-D748-ACC4-D514-D0BD771B6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951" y="3538272"/>
            <a:ext cx="479174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8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043A3FAE-A5AA-7376-C47D-BC6DA619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E4B4CE5D-5557-2717-1F29-E5876A74A5B1}"/>
              </a:ext>
            </a:extLst>
          </p:cNvPr>
          <p:cNvSpPr txBox="1"/>
          <p:nvPr/>
        </p:nvSpPr>
        <p:spPr>
          <a:xfrm>
            <a:off x="3438951" y="690700"/>
            <a:ext cx="4876800" cy="270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Марія Кириченко</a:t>
            </a:r>
            <a:endParaRPr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Я працюю в </a:t>
            </a:r>
            <a:r>
              <a:rPr lang="en-GB" sz="1800" dirty="0">
                <a:solidFill>
                  <a:schemeClr val="bg1"/>
                </a:solidFill>
              </a:rPr>
              <a:t>IT 5 </a:t>
            </a:r>
            <a:r>
              <a:rPr lang="ru-RU" sz="1800" dirty="0">
                <a:solidFill>
                  <a:schemeClr val="bg1"/>
                </a:solidFill>
              </a:rPr>
              <a:t>років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Свічнулась з фінансів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Починала як фроненд Ангуляр, зараз можна сказати фулстек, але з ухилом більше в С#.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не фанат фронтенда, чекаю вже </a:t>
            </a:r>
            <a:r>
              <a:rPr lang="en-GB" sz="1800" dirty="0">
                <a:solidFill>
                  <a:schemeClr val="bg1"/>
                </a:solidFill>
              </a:rPr>
              <a:t>TS </a:t>
            </a:r>
            <a:r>
              <a:rPr lang="ru-RU" sz="1800" dirty="0">
                <a:solidFill>
                  <a:schemeClr val="bg1"/>
                </a:solidFill>
              </a:rPr>
              <a:t>і бази даних).</a:t>
            </a:r>
            <a:endParaRPr lang="ru-RU"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CD258630-0FF9-8868-A0F9-4C26725E7E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>
            <a:extLst>
              <a:ext uri="{FF2B5EF4-FFF2-40B4-BE49-F238E27FC236}">
                <a16:creationId xmlns:a16="http://schemas.microsoft.com/office/drawing/2014/main" id="{CB009290-CCF2-21FA-43C5-0B221D245DA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A7487B4-1EE8-2EE5-1DE9-C99698152E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-5333" t="-6361" r="5333" b="6361"/>
          <a:stretch>
            <a:fillRect/>
          </a:stretch>
        </p:blipFill>
        <p:spPr bwMode="auto">
          <a:xfrm>
            <a:off x="568415" y="965270"/>
            <a:ext cx="2710162" cy="2710162"/>
          </a:xfrm>
          <a:prstGeom prst="star10">
            <a:avLst/>
          </a:prstGeom>
          <a:noFill/>
          <a:ln>
            <a:solidFill>
              <a:schemeClr val="bg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12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00C38085-7052-EC8E-3780-4B77FBFC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7F136503-606E-C517-B826-C1FA46E13F5E}"/>
              </a:ext>
            </a:extLst>
          </p:cNvPr>
          <p:cNvSpPr txBox="1"/>
          <p:nvPr/>
        </p:nvSpPr>
        <p:spPr>
          <a:xfrm>
            <a:off x="3438950" y="690700"/>
            <a:ext cx="5016117" cy="270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Вероніка Котелевська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Я працювала в розробником 5 років:</a:t>
            </a:r>
          </a:p>
          <a:p>
            <a:pPr marL="2857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2 роки кодила 3</a:t>
            </a:r>
            <a:r>
              <a:rPr lang="en-US" sz="1800" dirty="0">
                <a:solidFill>
                  <a:schemeClr val="bg1"/>
                </a:solidFill>
              </a:rPr>
              <a:t>D</a:t>
            </a:r>
            <a:r>
              <a:rPr lang="uk-UA" sz="1800" dirty="0">
                <a:solidFill>
                  <a:schemeClr val="bg1"/>
                </a:solidFill>
              </a:rPr>
              <a:t> графіку</a:t>
            </a:r>
            <a:endParaRPr lang="ru-RU" sz="1800" dirty="0">
              <a:solidFill>
                <a:schemeClr val="bg1"/>
              </a:solidFill>
            </a:endParaRPr>
          </a:p>
          <a:p>
            <a:pPr marL="2857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1 рік як фулстак з графікую на вебі,</a:t>
            </a:r>
          </a:p>
          <a:p>
            <a:pPr marL="2857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2 роки як бекендер в Майкрософт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зараз шукаю роботу в Німеччині.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Фронтенд курс, на мою думку, крутий і цікавий, як і інші дисципліни потоку.</a:t>
            </a: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7DE35495-0DE8-2325-245F-83C5821D698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>
            <a:extLst>
              <a:ext uri="{FF2B5EF4-FFF2-40B4-BE49-F238E27FC236}">
                <a16:creationId xmlns:a16="http://schemas.microsoft.com/office/drawing/2014/main" id="{5D8F8E54-A0A4-5259-607D-5E5A41061FC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B2ADA59-ACBC-F8A2-52CD-15130A3BEF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r="10792" b="5948"/>
          <a:stretch>
            <a:fillRect/>
          </a:stretch>
        </p:blipFill>
        <p:spPr bwMode="auto">
          <a:xfrm>
            <a:off x="828249" y="1083165"/>
            <a:ext cx="1990351" cy="2098447"/>
          </a:xfrm>
          <a:prstGeom prst="quadArrowCallout">
            <a:avLst>
              <a:gd name="adj1" fmla="val 10082"/>
              <a:gd name="adj2" fmla="val 13462"/>
              <a:gd name="adj3" fmla="val 7287"/>
              <a:gd name="adj4" fmla="val 70830"/>
            </a:avLst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20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6CD4A5FC-CD7D-6719-E035-A3B84AD7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531F972B-B179-B7D4-D137-0FC4D9288F59}"/>
              </a:ext>
            </a:extLst>
          </p:cNvPr>
          <p:cNvSpPr txBox="1"/>
          <p:nvPr/>
        </p:nvSpPr>
        <p:spPr>
          <a:xfrm>
            <a:off x="3438951" y="690700"/>
            <a:ext cx="4876800" cy="409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Юрій Панасюк</a:t>
            </a:r>
            <a:endParaRPr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- 🔭 </a:t>
            </a:r>
            <a:r>
              <a:rPr lang="en-GB" sz="1800" dirty="0">
                <a:solidFill>
                  <a:schemeClr val="bg1"/>
                </a:solidFill>
              </a:rPr>
              <a:t>Full-stack </a:t>
            </a:r>
            <a:r>
              <a:rPr lang="ru-RU" sz="1800" dirty="0">
                <a:solidFill>
                  <a:schemeClr val="bg1"/>
                </a:solidFill>
              </a:rPr>
              <a:t>розробник з понад 3 роками досвіду проектування та створення масштабованих, високопродуктивних веб-додатків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- 🌱 Досвідчений користувач фронтенд-технологій, таких як </a:t>
            </a:r>
            <a:r>
              <a:rPr lang="en-GB" sz="1800" dirty="0">
                <a:solidFill>
                  <a:schemeClr val="bg1"/>
                </a:solidFill>
              </a:rPr>
              <a:t>React, </a:t>
            </a:r>
            <a:r>
              <a:rPr lang="ru-RU" sz="1800" dirty="0">
                <a:solidFill>
                  <a:schemeClr val="bg1"/>
                </a:solidFill>
              </a:rPr>
              <a:t>а також бекенд-технологій, таких як </a:t>
            </a:r>
            <a:r>
              <a:rPr lang="en-GB" sz="1800" dirty="0">
                <a:solidFill>
                  <a:schemeClr val="bg1"/>
                </a:solidFill>
              </a:rPr>
              <a:t>Node.js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GB" sz="1800" dirty="0">
                <a:solidFill>
                  <a:schemeClr val="bg1"/>
                </a:solidFill>
              </a:rPr>
              <a:t>- </a:t>
            </a:r>
            <a:r>
              <a:rPr lang="ru-RU" sz="1800" dirty="0">
                <a:solidFill>
                  <a:schemeClr val="bg1"/>
                </a:solidFill>
              </a:rPr>
              <a:t>👍 Досвід роботи з </a:t>
            </a:r>
            <a:r>
              <a:rPr lang="en-GB" sz="1800" dirty="0">
                <a:solidFill>
                  <a:schemeClr val="bg1"/>
                </a:solidFill>
              </a:rPr>
              <a:t>CI/CD </a:t>
            </a:r>
            <a:r>
              <a:rPr lang="ru-RU" sz="1800" dirty="0">
                <a:solidFill>
                  <a:schemeClr val="bg1"/>
                </a:solidFill>
              </a:rPr>
              <a:t>та хмарною інфраструктурою, особливо з </a:t>
            </a:r>
            <a:r>
              <a:rPr lang="en-GB" sz="1800" dirty="0">
                <a:solidFill>
                  <a:schemeClr val="bg1"/>
                </a:solidFill>
              </a:rPr>
              <a:t>AWS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GB" sz="1800" dirty="0">
                <a:solidFill>
                  <a:schemeClr val="bg1"/>
                </a:solidFill>
              </a:rPr>
              <a:t>- </a:t>
            </a:r>
            <a:r>
              <a:rPr lang="ru-RU" sz="1800" dirty="0">
                <a:solidFill>
                  <a:schemeClr val="bg1"/>
                </a:solidFill>
              </a:rPr>
              <a:t>😉 Глибокі знання глибокого навчання, системи рекомендацій та системи підкріплення.</a:t>
            </a:r>
            <a:endParaRPr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F8085A6E-1039-A560-8A2C-6AFB87AC90D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>
            <a:extLst>
              <a:ext uri="{FF2B5EF4-FFF2-40B4-BE49-F238E27FC236}">
                <a16:creationId xmlns:a16="http://schemas.microsoft.com/office/drawing/2014/main" id="{775648F4-8D3B-DB95-9657-6781E17366F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00D0D46-C29A-ED21-CD98-1FED50710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1172900" y="1489451"/>
            <a:ext cx="1762234" cy="1762234"/>
          </a:xfrm>
          <a:prstGeom prst="flowChartDelay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21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A9A1E0CB-A554-B533-9EA4-C4A4501D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68D63198-8225-BFF0-51F9-6898A57E1A64}"/>
              </a:ext>
            </a:extLst>
          </p:cNvPr>
          <p:cNvSpPr txBox="1"/>
          <p:nvPr/>
        </p:nvSpPr>
        <p:spPr>
          <a:xfrm>
            <a:off x="3438951" y="690700"/>
            <a:ext cx="48768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Алекс Комендант</a:t>
            </a:r>
            <a:endParaRPr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2D0F473C-3BE1-9446-5A50-F0C7E41679B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>
            <a:extLst>
              <a:ext uri="{FF2B5EF4-FFF2-40B4-BE49-F238E27FC236}">
                <a16:creationId xmlns:a16="http://schemas.microsoft.com/office/drawing/2014/main" id="{CC64F043-6A28-8D53-FD9E-6F4A3E2F736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80B212E-DC52-74E8-3574-BD25FD5EE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948649" y="1572931"/>
            <a:ext cx="1990351" cy="1990351"/>
          </a:xfrm>
          <a:prstGeom prst="teardrop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99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AA7745CA-84DC-9956-D2A2-D12F1BC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63D81987-0F2E-915A-CED3-A4AA1A98E5D7}"/>
              </a:ext>
            </a:extLst>
          </p:cNvPr>
          <p:cNvSpPr txBox="1"/>
          <p:nvPr/>
        </p:nvSpPr>
        <p:spPr>
          <a:xfrm>
            <a:off x="3438951" y="690700"/>
            <a:ext cx="4876800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Оксана м’язіна</a:t>
            </a:r>
            <a:endParaRPr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Вітаю! Раніше працювала вертальником, фронтендером. Зараз переважно на бекенді. Верстати давно розлюбила, але сторінка проста і нас тут 10-ро людей, тож, напевно, роботи буде небагато :).</a:t>
            </a:r>
            <a:endParaRPr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59A8A9A6-F219-9E91-232B-0C355CC6537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>
            <a:extLst>
              <a:ext uri="{FF2B5EF4-FFF2-40B4-BE49-F238E27FC236}">
                <a16:creationId xmlns:a16="http://schemas.microsoft.com/office/drawing/2014/main" id="{23E7E261-E753-F168-44F3-B5E8028865D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B36E9D7-00CD-8BDE-862E-41409A0A5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828249" y="890954"/>
            <a:ext cx="2231151" cy="2231151"/>
          </a:xfrm>
          <a:prstGeom prst="cloud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9CC81D-F091-DE74-3634-67B3BAD22F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8150" y="3169322"/>
            <a:ext cx="4876800" cy="12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3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9F78B360-C023-5950-3408-3C525A01D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29437363-0A5F-5A3C-DA6B-8FEA4FB07697}"/>
              </a:ext>
            </a:extLst>
          </p:cNvPr>
          <p:cNvSpPr txBox="1"/>
          <p:nvPr/>
        </p:nvSpPr>
        <p:spPr>
          <a:xfrm>
            <a:off x="3438950" y="690700"/>
            <a:ext cx="5016117" cy="381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Денис Тришнік</a:t>
            </a:r>
            <a:endParaRPr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Розробник програмного забезпечення з міцною базою в системному проектуванні, повнофункціональній розробці, хмарних обчисленнях та </a:t>
            </a:r>
            <a:r>
              <a:rPr lang="en-GB" sz="1800" dirty="0">
                <a:solidFill>
                  <a:schemeClr val="bg1"/>
                </a:solidFill>
              </a:rPr>
              <a:t>DevOps.</a:t>
            </a: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en-GB" sz="1800" dirty="0">
              <a:solidFill>
                <a:schemeClr val="bg1"/>
              </a:solidFill>
            </a:endParaRPr>
          </a:p>
          <a:p>
            <a:pPr marL="285750" lvl="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ru-RU" sz="1800" dirty="0">
                <a:solidFill>
                  <a:schemeClr val="bg1"/>
                </a:solidFill>
              </a:rPr>
              <a:t>Я зосереджуюся на створенні масштабованих, добре продуманих додатків та насолоджуюся роботою над усім життєвим циклом програмного забезпечення — від проектування до розгортання.</a:t>
            </a: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A5659810-02E8-9F1D-847B-ECA276A47CD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>
            <a:extLst>
              <a:ext uri="{FF2B5EF4-FFF2-40B4-BE49-F238E27FC236}">
                <a16:creationId xmlns:a16="http://schemas.microsoft.com/office/drawing/2014/main" id="{EDEA6F55-4E9A-5CE1-4BFC-943BB324A39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050" y="1892348"/>
            <a:ext cx="1749550" cy="27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A141785-96F8-E8BC-944A-C677144B7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828249" y="890954"/>
            <a:ext cx="2231151" cy="2231151"/>
          </a:xfrm>
          <a:prstGeom prst="hexagon">
            <a:avLst>
              <a:gd name="adj" fmla="val 15456"/>
              <a:gd name="vf" fmla="val 115470"/>
            </a:avLst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3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1769550" y="788800"/>
            <a:ext cx="56049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Додаток що ми створили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  <a:latin typeface="Montserrat Medium"/>
                <a:ea typeface="Open Sans"/>
                <a:cs typeface="Open Sans"/>
                <a:sym typeface="Montserrat Medium"/>
              </a:rPr>
              <a:t>/*з любов’ю*/</a:t>
            </a:r>
            <a:endParaRPr lang="ru-RU" sz="2400" dirty="0">
              <a:solidFill>
                <a:schemeClr val="tx2">
                  <a:lumMod val="5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3DA4D0-FD8D-646B-B4C0-CF6D12135956}"/>
              </a:ext>
            </a:extLst>
          </p:cNvPr>
          <p:cNvSpPr/>
          <p:nvPr/>
        </p:nvSpPr>
        <p:spPr>
          <a:xfrm>
            <a:off x="1769550" y="1740753"/>
            <a:ext cx="5464958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15900" dist="444500" dir="3900000" sx="71000" sy="71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err="1">
                <a:ln w="6600">
                  <a:noFill/>
                  <a:prstDash val="solid"/>
                </a:ln>
                <a:solidFill>
                  <a:schemeClr val="tx1"/>
                </a:solidFill>
              </a:rPr>
              <a:t>english</a:t>
            </a:r>
            <a:r>
              <a:rPr lang="en-US" sz="4800" b="1" cap="none" spc="0" dirty="0" err="1">
                <a:ln w="6600">
                  <a:noFill/>
                  <a:prstDash val="solid"/>
                </a:ln>
                <a:solidFill>
                  <a:srgbClr val="00B050"/>
                </a:solidFill>
              </a:rPr>
              <a:t>excellence</a:t>
            </a:r>
            <a:endParaRPr lang="en-GB" sz="4800" b="1" cap="none" spc="0" dirty="0">
              <a:ln w="6600">
                <a:noFill/>
                <a:prstDash val="solid"/>
              </a:ln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C8E11-FB3C-D74E-F26C-93B2DFB14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036" y="2975272"/>
            <a:ext cx="2676899" cy="1648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F12C1C-F44D-432D-2773-C130B6BFB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587" y="2975271"/>
            <a:ext cx="2977132" cy="1648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E4A7E8EE-D0ED-369F-BD1C-B2C1E80E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1F1F5299-B18F-2AC7-B0A9-BBF042453588}"/>
              </a:ext>
            </a:extLst>
          </p:cNvPr>
          <p:cNvSpPr txBox="1"/>
          <p:nvPr/>
        </p:nvSpPr>
        <p:spPr>
          <a:xfrm>
            <a:off x="543469" y="1331997"/>
            <a:ext cx="7681279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Веб-сторінка школи іноземних мов повинна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uk-UA" sz="20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Заохочувати до навчання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Просто і зрозуміло презентувати можливості і умови школи, роблячи акцент на важливому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Додавати довіри до організації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Продавати послуги привабливим контентом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Бути «</a:t>
            </a:r>
            <a:r>
              <a:rPr lang="en-US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matching vibe</a:t>
            </a: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» до кінцевого користувача</a:t>
            </a:r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0D15BE81-4A63-F1F0-FB79-37883EFE85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C5478D-AEAD-4AFA-3F43-6FE8BF650C4C}"/>
              </a:ext>
            </a:extLst>
          </p:cNvPr>
          <p:cNvSpPr/>
          <p:nvPr/>
        </p:nvSpPr>
        <p:spPr>
          <a:xfrm>
            <a:off x="3076700" y="416615"/>
            <a:ext cx="26148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Задача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43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7B1BFC11-9C3A-F0B6-5C77-681C820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5F21E7BE-0563-2727-D043-A749B144C93A}"/>
              </a:ext>
            </a:extLst>
          </p:cNvPr>
          <p:cNvSpPr txBox="1"/>
          <p:nvPr/>
        </p:nvSpPr>
        <p:spPr>
          <a:xfrm>
            <a:off x="543469" y="1863879"/>
            <a:ext cx="768127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А що може студент </a:t>
            </a:r>
            <a:r>
              <a:rPr lang="en-US" sz="2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Neoversity</a:t>
            </a:r>
            <a:r>
              <a:rPr lang="en-US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після проходдження дисципліни </a:t>
            </a:r>
            <a:r>
              <a:rPr lang="en-US" sz="2000" dirty="0">
                <a:solidFill>
                  <a:schemeClr val="tx1"/>
                </a:solidFill>
                <a:highlight>
                  <a:srgbClr val="F2670C"/>
                </a:highlight>
                <a:latin typeface="Open Sans"/>
                <a:ea typeface="Open Sans"/>
                <a:cs typeface="Open Sans"/>
                <a:sym typeface="Open Sans"/>
              </a:rPr>
              <a:t>HTML &amp; CSS </a:t>
            </a:r>
            <a:r>
              <a:rPr lang="uk-UA" sz="20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C4498BB8-BA3A-1B36-076D-F7E193C1A00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7C9A8E-BD8E-5CED-2D6D-424B06D30B17}"/>
              </a:ext>
            </a:extLst>
          </p:cNvPr>
          <p:cNvSpPr/>
          <p:nvPr/>
        </p:nvSpPr>
        <p:spPr>
          <a:xfrm>
            <a:off x="4080180" y="416615"/>
            <a:ext cx="6078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?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36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6BA18986-8012-5DA9-9208-9072C478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3AC14924-C2AD-F511-08E9-1E799161C8CC}"/>
              </a:ext>
            </a:extLst>
          </p:cNvPr>
          <p:cNvSpPr txBox="1"/>
          <p:nvPr/>
        </p:nvSpPr>
        <p:spPr>
          <a:xfrm>
            <a:off x="4797470" y="1888931"/>
            <a:ext cx="33897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Вірно!</a:t>
            </a:r>
            <a:b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2670C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uk-UA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2670C"/>
                </a:highlight>
                <a:latin typeface="Open Sans"/>
                <a:ea typeface="Open Sans"/>
                <a:cs typeface="Open Sans"/>
                <a:sym typeface="Open Sans"/>
              </a:rPr>
              <a:t>ВСЕ ЦЕ</a:t>
            </a:r>
            <a:endParaRPr lang="uk-UA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E08376FF-77E4-F037-C03D-6844DC115EA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2D002D05-1B58-B1EB-37FD-D5C24CDF12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FDEFE-0451-0E0A-2989-FB436E59BC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7945"/>
          <a:stretch>
            <a:fillRect/>
          </a:stretch>
        </p:blipFill>
        <p:spPr>
          <a:xfrm>
            <a:off x="1172900" y="674057"/>
            <a:ext cx="3856010" cy="3795386"/>
          </a:xfrm>
          <a:prstGeom prst="irregularSeal2">
            <a:avLst/>
          </a:prstGeom>
        </p:spPr>
      </p:pic>
    </p:spTree>
    <p:extLst>
      <p:ext uri="{BB962C8B-B14F-4D97-AF65-F5344CB8AC3E}">
        <p14:creationId xmlns:p14="http://schemas.microsoft.com/office/powerpoint/2010/main" val="200175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>
      <p:transition spd="slow">
        <p:fade thruBlk="1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1547125" y="569525"/>
            <a:ext cx="62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Технології які використовувались</a:t>
            </a:r>
            <a:endParaRPr sz="2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F1ED8C-7BA4-0E0D-75D5-EF14228A8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312" y="1122033"/>
            <a:ext cx="3410113" cy="1328150"/>
          </a:xfrm>
          <a:prstGeom prst="rect">
            <a:avLst/>
          </a:prstGeom>
        </p:spPr>
      </p:pic>
      <p:pic>
        <p:nvPicPr>
          <p:cNvPr id="7170" name="Picture 2" descr="How it works">
            <a:extLst>
              <a:ext uri="{FF2B5EF4-FFF2-40B4-BE49-F238E27FC236}">
                <a16:creationId xmlns:a16="http://schemas.microsoft.com/office/drawing/2014/main" id="{ED6F3CEB-2BBE-31AF-FE8B-3067A830F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75" y="3248579"/>
            <a:ext cx="5862181" cy="132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Google Shape;102;p18"/>
          <p:cNvSpPr txBox="1"/>
          <p:nvPr/>
        </p:nvSpPr>
        <p:spPr>
          <a:xfrm>
            <a:off x="324575" y="1522027"/>
            <a:ext cx="552508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spAutoFit/>
          </a:bodyPr>
          <a:lstStyle/>
          <a:p>
            <a:pPr marL="82550" lvl="0" algn="l" rtl="0">
              <a:spcBef>
                <a:spcPts val="0"/>
              </a:spcBef>
              <a:spcAft>
                <a:spcPts val="0"/>
              </a:spcAft>
              <a:buClr>
                <a:srgbClr val="FF6B0A"/>
              </a:buClr>
              <a:buSzPts val="1400"/>
            </a:pPr>
            <a:r>
              <a:rPr lang="en-US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_____</a:t>
            </a:r>
            <a:r>
              <a:rPr lang="ru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r>
              <a:rPr lang="en-US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____ + ____</a:t>
            </a:r>
            <a:r>
              <a:rPr lang="ru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CSS</a:t>
            </a:r>
            <a:r>
              <a:rPr lang="en-US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____+ _JavaScript_</a:t>
            </a:r>
            <a:endParaRPr sz="1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02;p18">
            <a:extLst>
              <a:ext uri="{FF2B5EF4-FFF2-40B4-BE49-F238E27FC236}">
                <a16:creationId xmlns:a16="http://schemas.microsoft.com/office/drawing/2014/main" id="{E9F1A9B1-4D98-025D-7865-F3D445AC26CD}"/>
              </a:ext>
            </a:extLst>
          </p:cNvPr>
          <p:cNvSpPr txBox="1"/>
          <p:nvPr/>
        </p:nvSpPr>
        <p:spPr>
          <a:xfrm>
            <a:off x="3494761" y="2618563"/>
            <a:ext cx="511743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spAutoFit/>
          </a:bodyPr>
          <a:lstStyle/>
          <a:p>
            <a:pPr marL="82550" lvl="0" algn="l" rtl="0">
              <a:spcBef>
                <a:spcPts val="0"/>
              </a:spcBef>
              <a:spcAft>
                <a:spcPts val="0"/>
              </a:spcAft>
              <a:buClr>
                <a:srgbClr val="FF6B0A"/>
              </a:buClr>
              <a:buSzPts val="1400"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 GitHub + Trello + Figma + Web </a:t>
            </a:r>
            <a:r>
              <a:rPr lang="en-US" sz="18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DevTools</a:t>
            </a:r>
            <a:endParaRPr sz="18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2513100" y="453800"/>
            <a:ext cx="4117800" cy="15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</a:t>
            </a:r>
            <a:r>
              <a:rPr lang="uk-UA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емка-</a:t>
            </a:r>
            <a:r>
              <a:rPr lang="en-US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</a:t>
            </a:r>
            <a:r>
              <a:rPr lang="ru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4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5" y="241325"/>
            <a:ext cx="848325" cy="2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9250" y="2077499"/>
            <a:ext cx="2825500" cy="247232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1A2967-BE04-42A8-B240-051583983099}"/>
                  </a:ext>
                </a:extLst>
              </p14:cNvPr>
              <p14:cNvContentPartPr/>
              <p14:nvPr/>
            </p14:nvContentPartPr>
            <p14:xfrm>
              <a:off x="6361442" y="1162968"/>
              <a:ext cx="2445480" cy="2867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1A2967-BE04-42A8-B240-0515839830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98802" y="1100328"/>
                <a:ext cx="2571120" cy="29934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4AE9018F-0CB3-BE26-4295-63963CC1FC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0414" y="2371334"/>
            <a:ext cx="1483759" cy="89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424</Words>
  <Application>Microsoft Office PowerPoint</Application>
  <PresentationFormat>On-screen Show (16:9)</PresentationFormat>
  <Paragraphs>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Montserrat</vt:lpstr>
      <vt:lpstr>Open Sans</vt:lpstr>
      <vt:lpstr>Courier New</vt:lpstr>
      <vt:lpstr>Arial</vt:lpstr>
      <vt:lpstr>Montserrat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Veronika Kotelevska</dc:creator>
  <cp:lastModifiedBy>Oleksandr Hrynenko</cp:lastModifiedBy>
  <cp:revision>2</cp:revision>
  <dcterms:modified xsi:type="dcterms:W3CDTF">2026-03-27T21:02:29Z</dcterms:modified>
</cp:coreProperties>
</file>